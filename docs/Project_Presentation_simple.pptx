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400"/>
              <a:t>ASE PROJECT – PPT FOR END SEMESTER ASSESSMENT – MAY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400">
                <a:solidFill>
                  <a:srgbClr val="000000"/>
                </a:solidFill>
              </a:rPr>
              <a:t>TITLE :- Multi-Modal AI Content &amp; Spam Detection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/>
              <a:t>Div:- CSAI-F          ASEP_GROUP No :- 1          Day:- Friday          Date:- 03/05/2026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/>
              <a:t>Presented by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383280"/>
            <a:ext cx="3657600" cy="109728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000000"/>
                </a:solidFill>
              </a:rPr>
              <a:t>1) Shruti Shirude
2) Soham Shirole
3) Sidhhi Shirsath
4) Samarth Shingare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9260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/>
              <a:t>Project Guide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3383280"/>
            <a:ext cx="3657600" cy="36576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000000"/>
                </a:solidFill>
              </a:rPr>
              <a:t>Prof(Dr).Pankaj Gaigole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03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400"/>
              <a:t>DEPARTMENT OF ENGINEERING SCIENCES AND HUMANITIES (DESH)
VISHWAKARMA INSTITUTE OF TECHNOLOGY, PUNE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8288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i="1" sz="2000">
                <a:solidFill>
                  <a:srgbClr val="0070C0"/>
                </a:solidFill>
              </a:rPr>
              <a:t>VI Logo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57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3600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000000"/>
                </a:solidFill>
              </a:rPr>
              <a:t>✓ The spread of misinformation is increasing rapidly due to unchecked AI generation.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000000"/>
                </a:solidFill>
              </a:rPr>
              <a:t>✓ Deepfakes, AI-generated images, and text spam are major causes of digital deception.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000000"/>
                </a:solidFill>
              </a:rPr>
              <a:t>✓ Conventional verification depends completely on users and often fails in real situations.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000000"/>
                </a:solidFill>
              </a:rPr>
              <a:t>✓ Recent advancements in machine learning enable real-time monitoring of content authenticity.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000000"/>
                </a:solidFill>
              </a:rPr>
              <a:t>✓ The proposed system uses heuristic ML models, FastAPI, and Next.js to enhance digital safety.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5943600"/>
            <a:ext cx="7315200" cy="365760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000000"/>
                </a:solidFill>
              </a:rPr>
              <a:t>DEPARTMENT OF ENGINEERING SCIENCES AND HUMANITIES, VIT, Pune.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8288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i="1" sz="2000">
                <a:solidFill>
                  <a:srgbClr val="0070C0"/>
                </a:solidFill>
              </a:rPr>
              <a:t>VI Logo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57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3600">
                <a:solidFill>
                  <a:srgbClr val="000000"/>
                </a:solidFill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000000"/>
                </a:solidFill>
              </a:rPr>
              <a:t>✓ To detect spam messages using an NLP-based TF-IDF and Naïve Bayes pipeline.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000000"/>
                </a:solidFill>
              </a:rPr>
              <a:t>✓ To ensure visual media authenticity by extracting heuristic properties of images.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000000"/>
                </a:solidFill>
              </a:rPr>
              <a:t>✓ To detect deepfake videos in real-time using frame extraction and majority voting.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000000"/>
                </a:solidFill>
              </a:rPr>
              <a:t>✓ To log user requests and detection history securely using MongoDB Atlas.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000000"/>
                </a:solidFill>
              </a:rPr>
              <a:t>✓ To provide an asynchronous, multi-modal web interface using Next.js and FastAPI.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5943600"/>
            <a:ext cx="7315200" cy="365760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000000"/>
                </a:solidFill>
              </a:rPr>
              <a:t>DEPARTMENT OF ENGINEERING SCIENCES AND HUMANITIES, VIT, Pune.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8288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i="1" sz="2000">
                <a:solidFill>
                  <a:srgbClr val="0070C0"/>
                </a:solidFill>
              </a:rPr>
              <a:t>VI Logo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57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3600">
                <a:solidFill>
                  <a:srgbClr val="000000"/>
                </a:solidFill>
              </a:rPr>
              <a:t>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000000"/>
                </a:solidFill>
              </a:rPr>
              <a:t>✓ Frontend: Next.js 15, Tailwind CSS, Framer Motion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000000"/>
                </a:solidFill>
              </a:rPr>
              <a:t>✓ Backend: FastAPI, Uvicorn, Python 3.11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000000"/>
                </a:solidFill>
              </a:rPr>
              <a:t>✓ Database: MongoDB Atlas, Motor (Async)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000000"/>
                </a:solidFill>
              </a:rPr>
              <a:t>✓ Machine Learning: scikit-learn, OpenCV, NumPy, Pillow, joblib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000000"/>
                </a:solidFill>
              </a:rPr>
              <a:t>✓ Security &amp; Auth: JWT Authentication, bcrypt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5943600"/>
            <a:ext cx="7315200" cy="365760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000000"/>
                </a:solidFill>
              </a:rPr>
              <a:t>DEPARTMENT OF ENGINEERING SCIENCES AND HUMANITIES, VIT, Pune.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8288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i="1" sz="2000">
                <a:solidFill>
                  <a:srgbClr val="0070C0"/>
                </a:solidFill>
              </a:rPr>
              <a:t>VI Logo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57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3600">
                <a:solidFill>
                  <a:srgbClr val="000000"/>
                </a:solidFill>
              </a:rPr>
              <a:t>Methodology
1. Text Spam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000000"/>
                </a:solidFill>
              </a:rPr>
              <a:t>✓ The user inputs text which is sanitized and preprocessed.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000000"/>
                </a:solidFill>
              </a:rPr>
              <a:t>✓ A TF-IDF vectorizer converts the text into numerical vectors (unigrams and bigrams).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000000"/>
                </a:solidFill>
              </a:rPr>
              <a:t>✓ The Naïve Bayes model predicts whether the text is 'Spam' or 'Authentic'.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000000"/>
                </a:solidFill>
              </a:rPr>
              <a:t>✓ If spam is detected, the frontend triggers a red warning alert instantly.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5943600"/>
            <a:ext cx="7315200" cy="365760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000000"/>
                </a:solidFill>
              </a:rPr>
              <a:t>DEPARTMENT OF ENGINEERING SCIENCES AND HUMANITIES, VIT, Pune.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8288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i="1" sz="2000">
                <a:solidFill>
                  <a:srgbClr val="0070C0"/>
                </a:solidFill>
              </a:rPr>
              <a:t>VI Logo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57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3600">
                <a:solidFill>
                  <a:srgbClr val="000000"/>
                </a:solidFill>
              </a:rPr>
              <a:t>Methodology
2. Image Authenticity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000000"/>
                </a:solidFill>
              </a:rPr>
              <a:t>✓ The uploaded image is resized to 224x224 pixels and converted to a NumPy array.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000000"/>
                </a:solidFill>
              </a:rPr>
              <a:t>✓ Statistical features like Laplacian variance and colour entropy are extracted.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000000"/>
                </a:solidFill>
              </a:rPr>
              <a:t>✓ A Random Forest classifier evaluates these features without heavy GPU usage.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000000"/>
                </a:solidFill>
              </a:rPr>
              <a:t>✓ The system instantly flags AI-generated images lacking natural noise.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5943600"/>
            <a:ext cx="7315200" cy="365760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000000"/>
                </a:solidFill>
              </a:rPr>
              <a:t>DEPARTMENT OF ENGINEERING SCIENCES AND HUMANITIES, VIT, Pune.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8288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i="1" sz="2000">
                <a:solidFill>
                  <a:srgbClr val="0070C0"/>
                </a:solidFill>
              </a:rPr>
              <a:t>VI Logo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57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3600">
                <a:solidFill>
                  <a:srgbClr val="000000"/>
                </a:solidFill>
              </a:rPr>
              <a:t>Methodology
3. Video Deepfake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000000"/>
                </a:solidFill>
              </a:rPr>
              <a:t>✓ The system receives an MP4 video file for analysis.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000000"/>
                </a:solidFill>
              </a:rPr>
              <a:t>✓ OpenCV extracts exactly one frame per second to optimize performance.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000000"/>
                </a:solidFill>
              </a:rPr>
              <a:t>✓ Each frame is passed to the Image Module for independent prediction.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000000"/>
                </a:solidFill>
              </a:rPr>
              <a:t>✓ If over 50% of the frames are synthetic, the video is flagged as a deepfake.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5943600"/>
            <a:ext cx="7315200" cy="365760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000000"/>
                </a:solidFill>
              </a:rPr>
              <a:t>DEPARTMENT OF ENGINEERING SCIENCES AND HUMANITIES, VIT, Pune.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8288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i="1" sz="2000">
                <a:solidFill>
                  <a:srgbClr val="0070C0"/>
                </a:solidFill>
              </a:rPr>
              <a:t>VI Logo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57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3600">
                <a:solidFill>
                  <a:srgbClr val="000000"/>
                </a:solidFill>
              </a:rPr>
              <a:t>Methodology
4. Asynchronous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000000"/>
                </a:solidFill>
              </a:rPr>
              <a:t>✓ FastAPI receives concurrent requests without blocking the event loop.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000000"/>
                </a:solidFill>
              </a:rPr>
              <a:t>✓ The detection results and timestamps are securely logged into MongoDB.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000000"/>
                </a:solidFill>
              </a:rPr>
              <a:t>✓ The Next.js frontend fetches the JSON response and displays confidence scores.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000000"/>
                </a:solidFill>
              </a:rPr>
              <a:t>✓ JWT tokens ensure that only authenticated users can access the system history.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5943600"/>
            <a:ext cx="7315200" cy="365760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000000"/>
                </a:solidFill>
              </a:rPr>
              <a:t>DEPARTMENT OF ENGINEERING SCIENCES AND HUMANITIES, VIT, Pune.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8288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i="1" sz="2000">
                <a:solidFill>
                  <a:srgbClr val="0070C0"/>
                </a:solidFill>
              </a:rPr>
              <a:t>VI Logo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57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3600">
                <a:solidFill>
                  <a:srgbClr val="000000"/>
                </a:solidFill>
              </a:rPr>
              <a:t>Result And Discussions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000000"/>
                </a:solidFill>
              </a:rPr>
              <a:t>✓ The text spam model successfully detected spam with 98.48% accuracy.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000000"/>
                </a:solidFill>
              </a:rPr>
              <a:t>✓ The heuristic image module accurately identified synthetic images in under 2 seconds on a CPU.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000000"/>
                </a:solidFill>
              </a:rPr>
              <a:t>✓ The video deepfake module efficiently detected manipulated frames using 1 fps sampling.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000000"/>
                </a:solidFill>
              </a:rPr>
              <a:t>✓ The integrated MongoDB database successfully logged all activities in real-time.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000000"/>
                </a:solidFill>
              </a:rPr>
              <a:t>✓ Overall system testing demonstrated stable operation, quick response time, and effective multi-modal coordination.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5943600"/>
            <a:ext cx="7315200" cy="365760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000000"/>
                </a:solidFill>
              </a:rPr>
              <a:t>DEPARTMENT OF ENGINEERING SCIENCES AND HUMANITIES, VIT, Pune.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